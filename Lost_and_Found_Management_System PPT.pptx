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48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3108960"/>
            <a:ext cx="2377440" cy="237744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Item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Java  |  Console-based Application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Sri Varshik Reddy , R. Varun Reddy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2620030668,2620030634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Gopi Krishna Sir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lose everyday items such as pens, books, bags and IDs, and others find them with no easy way to report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Lost and Found Item Management System is a Java application that records lost and found items in one place.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report an item, view all records and search by item name through a simple menu.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760720" y="128016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82880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Java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Scanner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ArrayList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Console menu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and found items are usually tracked through notice boards, word of mouth or messages.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central record, so owners and finders rarely connect.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methods are slow, unorganised and hard to search.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digital system is needed to store item details and find them quickly.</a:t>
            </a:r>
            <a:endParaRPr lang="en-US" sz="1900"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lost and found items with name and location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9202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all item records in a single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202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every reported item with its 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37160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903720" y="1508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20240"/>
            <a:ext cx="1508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items quickly by name, ignoring case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Existing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 and paper notices at offices, colleges and hostels.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and messages through word of mouth or social groups.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8046720" cy="1737360"/>
          </a:xfrm>
          <a:prstGeom prst="roundRect">
            <a:avLst>
              <a:gd name="adj" fmla="val 526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 and error prone  |  No central database  |  Difficult to search  |  Low chance of recovering items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Java program that manages lost and found records digitally.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numbered menu, no training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stores name, location and status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keyword search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4632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794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handles lost and found reports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choice and details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51760" y="17373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4320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loop with switch-case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463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addItem(), viewItems(), searchItem()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58000" y="173736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4944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377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ArrayList&lt;String&gt; items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flows from the user through the menu to the methods, which read and write the item list.</a:t>
            </a:r>
            <a:endParaRPr lang="en-US" sz="1400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Functionalities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Report Lost Item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item name and location with status "Lost"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Report Found Item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737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item name and location with status "Found"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View Items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7373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stored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Search Item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records matching the entered name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9260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program with a thank you message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Implementation - Java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560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screenshot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(menu and main loop)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291840" y="1097280"/>
            <a:ext cx="2560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screenshot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(switch cases, addItem)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0" y="109728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035040" y="1097280"/>
            <a:ext cx="2560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screenshot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(viewItems, searchItem)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28F0F3-CA84-21A1-80CA-8843C3342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1"/>
            <a:ext cx="256032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C25384-3608-7E80-364D-1AA0AC817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39" y="1097281"/>
            <a:ext cx="2560321" cy="33832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AD943A-36B9-A3D6-C37E-EC443D452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097281"/>
            <a:ext cx="2560320" cy="33832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Output Screenshots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 items)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663440" y="109728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(view, search, exit)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53BDAA-D261-35C5-BFFF-4B6B2A90A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931920" cy="3433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F84BFC-FF1A-AC76-D194-DDAE7BEEB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3931920" cy="33832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permanently with MySQL or files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/ Web / Mobile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user-friendly interface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accounts for owners and finders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SMS when a match is found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lets users report, view and search lost and found items from one menu.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core Java concepts: Scanner, ArrayList, loops, switch-case and methods.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scattered manual tracking with a simple, organised record.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upgrades such as a database and GUI can make it a complete real-world solution.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5544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0" y="2697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613</Words>
  <Application>Microsoft Office PowerPoint</Application>
  <PresentationFormat>On-screen Show (16:9)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Karthik Reddy</cp:lastModifiedBy>
  <cp:revision>5</cp:revision>
  <dcterms:created xsi:type="dcterms:W3CDTF">2026-09-30T17:26:52Z</dcterms:created>
  <dcterms:modified xsi:type="dcterms:W3CDTF">2026-09-30T17:42:44Z</dcterms:modified>
</cp:coreProperties>
</file>